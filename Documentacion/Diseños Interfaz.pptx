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D35868-654F-4734-9DBC-DDF2430BA0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BD3D78-EFB1-4C35-B38D-A092511166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8E394A-7B48-448F-A859-6516F85FF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EA6C-67C5-4355-A41A-94C94E41AD97}" type="datetimeFigureOut">
              <a:rPr lang="es-VE" smtClean="0"/>
              <a:t>18/3/2026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657102-3356-4CC4-A271-545C3AC84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6D17C5-7768-4AE1-B470-2CB05DEFF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6E6AA-D713-4071-9348-178B8E29FD45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683150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709B6E-0606-415A-9650-03DE6A2FD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F50C18-F292-49F4-8B37-349616226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41E660-0CE5-416D-ADAF-B1EF23E02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EA6C-67C5-4355-A41A-94C94E41AD97}" type="datetimeFigureOut">
              <a:rPr lang="es-VE" smtClean="0"/>
              <a:t>18/3/2026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650FD6-1280-4F7C-BEA3-86AA06353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3CC91D-D5B5-4413-834F-E102BDFE5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6E6AA-D713-4071-9348-178B8E29FD45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253673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244445-00FD-486A-A739-453448778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E2D7CE5-E912-4390-B126-E2966D5335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0EF66B-F15C-40EF-984D-DF779F7F4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EA6C-67C5-4355-A41A-94C94E41AD97}" type="datetimeFigureOut">
              <a:rPr lang="es-VE" smtClean="0"/>
              <a:t>18/3/2026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F3E6C6-D47D-42D4-8583-7FF5A3756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764F32-D42C-449E-AE64-8AF50DB11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6E6AA-D713-4071-9348-178B8E29FD45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62735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7C2962-064F-4CE3-86E6-0557138ED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BFFAC9-AA3F-4538-8FF2-166184A323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C5E79CA-4E69-4F18-964D-5666126461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F5F1234-47D7-4FD5-A683-B0F2121A4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EA6C-67C5-4355-A41A-94C94E41AD97}" type="datetimeFigureOut">
              <a:rPr lang="es-VE" smtClean="0"/>
              <a:t>18/3/2026</a:t>
            </a:fld>
            <a:endParaRPr lang="es-V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B326779-2D03-476D-894D-2E3F55FCA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36AFF87-A252-4433-AB83-47EAD7CA6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6E6AA-D713-4071-9348-178B8E29FD45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936052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D76F75-2BED-4C7E-9570-9BC58A10A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5D64615-A50A-461E-9BE4-5A2CA2D2D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BBB9EA7-079E-4746-81B9-21289A8495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9A8BAD7-2171-44E8-8F40-1A5BCCDB5D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2A07D72-23B7-459F-AD15-A1430A6940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A2D6890-B0E0-4E65-B1FF-D43B584B6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EA6C-67C5-4355-A41A-94C94E41AD97}" type="datetimeFigureOut">
              <a:rPr lang="es-VE" smtClean="0"/>
              <a:t>18/3/2026</a:t>
            </a:fld>
            <a:endParaRPr lang="es-V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2BB8DD7-F65F-415D-BC3D-8106A8E56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83765B3-1442-4AFE-A51F-013B05509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6E6AA-D713-4071-9348-178B8E29FD45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301402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C6BABE-AD8A-4349-ACBA-04222DA10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4EA2F7B-00FF-4CC2-A2B0-7B0E1CD16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EA6C-67C5-4355-A41A-94C94E41AD97}" type="datetimeFigureOut">
              <a:rPr lang="es-VE" smtClean="0"/>
              <a:t>18/3/2026</a:t>
            </a:fld>
            <a:endParaRPr lang="es-V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B8398B3-C702-40D9-BDC7-9EE57648B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31A48D-F7EC-4C4F-9A0C-55DBB9199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6E6AA-D713-4071-9348-178B8E29FD45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281671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624A126-ED01-422C-9E34-8C086720C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EA6C-67C5-4355-A41A-94C94E41AD97}" type="datetimeFigureOut">
              <a:rPr lang="es-VE" smtClean="0"/>
              <a:t>18/3/2026</a:t>
            </a:fld>
            <a:endParaRPr lang="es-V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8D689FF-1892-48DC-AD16-8A227A319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79CFDDE-59B2-4116-86BB-DAA5F6164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6E6AA-D713-4071-9348-178B8E29FD45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724956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41261B-CBD5-4533-A8D6-E70EF4D9A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FEF42A-0108-4DCC-9D8E-FF89A3ED5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7AFF1F4-CF73-4777-A2EE-A9D20C929D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B82CA6-CDB9-4500-826C-ECEA1AC56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EA6C-67C5-4355-A41A-94C94E41AD97}" type="datetimeFigureOut">
              <a:rPr lang="es-VE" smtClean="0"/>
              <a:t>18/3/2026</a:t>
            </a:fld>
            <a:endParaRPr lang="es-V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199A65F-7ADC-4C8F-BEEE-1332F405D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E8A1890-BAC1-4708-93F6-B706BACAF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6E6AA-D713-4071-9348-178B8E29FD45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136487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48EFDE-7302-4A2F-A0DF-E84C33F7C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3420C88-80C5-4CB7-A295-77E95D9EB5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B6A11E3-E15D-4FF6-842F-01BB9CC8B6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9C9736B-CBBC-4EB9-90B1-0BE79575B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EA6C-67C5-4355-A41A-94C94E41AD97}" type="datetimeFigureOut">
              <a:rPr lang="es-VE" smtClean="0"/>
              <a:t>18/3/2026</a:t>
            </a:fld>
            <a:endParaRPr lang="es-V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5D0130A-EEA4-47FB-9AF8-23CE73E48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23824DE-E161-4198-8C81-97EB6C77C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6E6AA-D713-4071-9348-178B8E29FD45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759712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C012A4-787A-4239-B7E3-0010FE667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054C362-E1CE-49B5-99B3-DFC20D53DF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5893AB-9EDD-41C8-8AE8-0F7A87DCF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EA6C-67C5-4355-A41A-94C94E41AD97}" type="datetimeFigureOut">
              <a:rPr lang="es-VE" smtClean="0"/>
              <a:t>18/3/2026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63E494-FA32-4CF5-A330-9ACE398FA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42F30A-FBE6-437D-BFBF-BD8A724D5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6E6AA-D713-4071-9348-178B8E29FD45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322410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462FB91-B095-4ED9-B9B3-965DA2CBA7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C7A1368-9801-464E-AF2B-91CA1805D7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D467F1-2B68-4AFD-8430-42A8D9D3B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EA6C-67C5-4355-A41A-94C94E41AD97}" type="datetimeFigureOut">
              <a:rPr lang="es-VE" smtClean="0"/>
              <a:t>18/3/2026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89ADFF-E315-4797-B199-E4359A764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237817-5CA3-48DB-B884-A4EADDA51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6E6AA-D713-4071-9348-178B8E29FD45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655294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610D50E-F40B-4981-81B9-DE0EEE02E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29FEE5-6C1D-4691-9D8D-AF8E5E3EA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7F9BAF4-F834-428A-8AC1-7FA0C13599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F1EA6C-67C5-4355-A41A-94C94E41AD97}" type="datetimeFigureOut">
              <a:rPr lang="es-VE" smtClean="0"/>
              <a:t>18/3/2026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8186B1-632C-48AC-9E81-D9DEDA6F48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899945-687C-4DD7-832A-AEA527B082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A6E6AA-D713-4071-9348-178B8E29FD45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505858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o 11">
            <a:extLst>
              <a:ext uri="{FF2B5EF4-FFF2-40B4-BE49-F238E27FC236}">
                <a16:creationId xmlns:a16="http://schemas.microsoft.com/office/drawing/2014/main" id="{351AF80E-157A-4B1A-A685-AE4923AA31AD}"/>
              </a:ext>
            </a:extLst>
          </p:cNvPr>
          <p:cNvGrpSpPr/>
          <p:nvPr/>
        </p:nvGrpSpPr>
        <p:grpSpPr>
          <a:xfrm>
            <a:off x="190500" y="0"/>
            <a:ext cx="12668250" cy="6858000"/>
            <a:chOff x="190500" y="0"/>
            <a:chExt cx="12668250" cy="6858000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D0474FDE-2853-4603-A25E-08A690C561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7188" r="37031"/>
            <a:stretch/>
          </p:blipFill>
          <p:spPr>
            <a:xfrm>
              <a:off x="190500" y="0"/>
              <a:ext cx="3143250" cy="6858000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E933F63B-CB26-4026-8E24-0C7536B12F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719" r="36796"/>
            <a:stretch/>
          </p:blipFill>
          <p:spPr>
            <a:xfrm>
              <a:off x="3333750" y="0"/>
              <a:ext cx="3228975" cy="6858000"/>
            </a:xfrm>
            <a:prstGeom prst="rect">
              <a:avLst/>
            </a:prstGeom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747C0D0B-47B7-4432-844D-CBA3842D219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6875" r="37266"/>
            <a:stretch/>
          </p:blipFill>
          <p:spPr>
            <a:xfrm>
              <a:off x="6477000" y="0"/>
              <a:ext cx="3152775" cy="6858000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58F39065-AEB9-4027-A716-5412F6E1217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37187" r="36953"/>
            <a:stretch/>
          </p:blipFill>
          <p:spPr>
            <a:xfrm>
              <a:off x="9705975" y="0"/>
              <a:ext cx="3152775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49155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A194D711-1166-49A3-AEE7-86AA2F46F951}"/>
              </a:ext>
            </a:extLst>
          </p:cNvPr>
          <p:cNvGrpSpPr/>
          <p:nvPr/>
        </p:nvGrpSpPr>
        <p:grpSpPr>
          <a:xfrm>
            <a:off x="0" y="0"/>
            <a:ext cx="9620252" cy="6858000"/>
            <a:chOff x="0" y="0"/>
            <a:chExt cx="9620252" cy="6858000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CC14F34F-0F87-409D-AC32-D3DEF579ACF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6796" r="37188"/>
            <a:stretch/>
          </p:blipFill>
          <p:spPr>
            <a:xfrm>
              <a:off x="0" y="0"/>
              <a:ext cx="3171825" cy="6858000"/>
            </a:xfrm>
            <a:prstGeom prst="rect">
              <a:avLst/>
            </a:prstGeom>
          </p:spPr>
        </p:pic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D6FF0D40-173B-44EE-A3CB-7A7E63D037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954" r="37031"/>
            <a:stretch/>
          </p:blipFill>
          <p:spPr>
            <a:xfrm>
              <a:off x="3276599" y="0"/>
              <a:ext cx="3171826" cy="6858000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168A3D3D-5486-4CE3-B10E-D39EB82CA3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6954" r="37031"/>
            <a:stretch/>
          </p:blipFill>
          <p:spPr>
            <a:xfrm>
              <a:off x="6448425" y="0"/>
              <a:ext cx="3171827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44804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66FD91B-AADF-4B52-BD2C-8E91D097F3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225" y="1062037"/>
            <a:ext cx="8591550" cy="473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0995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0</Words>
  <Application>Microsoft Office PowerPoint</Application>
  <PresentationFormat>Panorámica</PresentationFormat>
  <Paragraphs>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Marize Mijares</dc:creator>
  <cp:lastModifiedBy>Marize Mijares</cp:lastModifiedBy>
  <cp:revision>3</cp:revision>
  <dcterms:created xsi:type="dcterms:W3CDTF">2026-03-18T12:28:24Z</dcterms:created>
  <dcterms:modified xsi:type="dcterms:W3CDTF">2026-03-18T14:03:51Z</dcterms:modified>
</cp:coreProperties>
</file>